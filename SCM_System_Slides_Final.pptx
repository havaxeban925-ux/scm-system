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751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A6B3"/>
                </a:solidFill>
              </a:rPr>
              <a:t>SCM System V2.0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4A6B3"/>
                </a:solidFill>
              </a:rPr>
              <a:t>2026/01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柔性供应链管理系统 (SCM V2.0)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51FF"/>
                </a:solidFill>
              </a:rPr>
              <a:t>全链路业务协同与异常处理闭环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4A6B3"/>
                </a:solidFill>
              </a:rPr>
              <a:t>汇报人：产品技术团队 | 2026年1月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核心升级概览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51FF"/>
                </a:solidFill>
              </a:rPr>
              <a:t>三大升级维度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1. 更高效的协同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63740"/>
                </a:solidFill>
              </a:rPr>
              <a:t>   - 推款/接款流程标准化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63740"/>
                </a:solidFill>
              </a:rPr>
              <a:t>   - 双端数据实时同步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2. 更完善的闭环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63740"/>
                </a:solidFill>
              </a:rPr>
              <a:t>   - 覆盖从“意向锁定”到“大货入仓”的全生命周期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63740"/>
                </a:solidFill>
              </a:rPr>
              <a:t>   - 新增公池流转与意向锁单机制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3. 更强大的异常处理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63740"/>
                </a:solidFill>
              </a:rPr>
              <a:t>   - 灵活应对核价争议、产能不足(砍单)、成本波动(涨价)及尺码异常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系统架构与角色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51FF"/>
                </a:solidFill>
              </a:rPr>
              <a:t>双端协同模型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5029200" cy="3200400"/>
          </a:xfrm>
          <a:prstGeom prst="rect">
            <a:avLst/>
          </a:prstGeom>
          <a:solidFill>
            <a:srgbClr val="EEF2FF"/>
          </a:solidFill>
          <a:ln w="12700">
            <a:solidFill>
              <a:srgbClr val="375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3740"/>
                </a:solidFill>
              </a:rPr>
              <a:t>买手端 (Admin)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0175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740"/>
                </a:solidFill>
              </a:rPr>
              <a:t>核心职能：风格盘点、发起推款、审核样衣、核价审批、大货归档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740"/>
                </a:solidFill>
              </a:rPr>
              <a:t>关键模块：风格管理、推款管理、核价/异常/大货工单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2286000"/>
            <a:ext cx="5029200" cy="320040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商家端 (Merchant)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30175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740"/>
                </a:solidFill>
              </a:rPr>
              <a:t>核心职能：接款开发、改图/打版帮看、SPU上传、发起核价、大货生产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740"/>
                </a:solidFill>
              </a:rPr>
              <a:t>关键模块：工作台、开发进度、补货协同、业务申请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六大核心业务场景 (All-in-One)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4A6B3"/>
                </a:solidFill>
              </a:rPr>
              <a:t>我们梳理了覆盖 100% 业务流转的六个典型剧本：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4572000" cy="914400"/>
          </a:xfrm>
          <a:prstGeom prst="rect">
            <a:avLst/>
          </a:prstGeom>
          <a:solidFill>
            <a:srgbClr val="F7F8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468880"/>
            <a:ext cx="4206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740"/>
                </a:solidFill>
              </a:rPr>
              <a:t>1. 定向合作闭环 (常规私推)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2286000"/>
            <a:ext cx="4572000" cy="914400"/>
          </a:xfrm>
          <a:prstGeom prst="rect">
            <a:avLst/>
          </a:prstGeom>
          <a:solidFill>
            <a:srgbClr val="F7F8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2468880"/>
            <a:ext cx="4206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740"/>
                </a:solidFill>
              </a:rPr>
              <a:t>2. 市场竞争闭环 (公池抢单)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657600"/>
            <a:ext cx="4572000" cy="914400"/>
          </a:xfrm>
          <a:prstGeom prst="rect">
            <a:avLst/>
          </a:prstGeom>
          <a:solidFill>
            <a:srgbClr val="F7F8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840480"/>
            <a:ext cx="4206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740"/>
                </a:solidFill>
              </a:rPr>
              <a:t>3. 标准核价流 (非毛织)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3657600"/>
            <a:ext cx="4572000" cy="914400"/>
          </a:xfrm>
          <a:prstGeom prst="rect">
            <a:avLst/>
          </a:prstGeom>
          <a:solidFill>
            <a:srgbClr val="F7F8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3840480"/>
            <a:ext cx="4206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740"/>
                </a:solidFill>
              </a:rPr>
              <a:t>4. 复杂核价流 (毛织复核)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5029200"/>
            <a:ext cx="4572000" cy="914400"/>
          </a:xfrm>
          <a:prstGeom prst="rect">
            <a:avLst/>
          </a:prstGeom>
          <a:solidFill>
            <a:srgbClr val="F7F8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5212080"/>
            <a:ext cx="4206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740"/>
                </a:solidFill>
              </a:rPr>
              <a:t>5. 大货异常流 (砍单/涨价)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5029200"/>
            <a:ext cx="4572000" cy="914400"/>
          </a:xfrm>
          <a:prstGeom prst="rect">
            <a:avLst/>
          </a:prstGeom>
          <a:solidFill>
            <a:srgbClr val="F7F8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5212080"/>
            <a:ext cx="4206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740"/>
                </a:solidFill>
              </a:rPr>
              <a:t>6. 同款同价流 (尺码修正)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场景一：定向合作闭环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751FF"/>
                </a:solidFill>
              </a:rPr>
              <a:t>“精准指派，快速开发”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1. 风格盘点: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Admin 在[风格管理]查看缺口，决定发起推款。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2. 私密推送: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Admin 定向推送给核心商家（如：米子秋新号）。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3. 帮看交互: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商家接单后发起[改图帮看]，解决设计疑问。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4. 历史续推: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款成功后，Admin 在[推款历史]一键复用给其他店铺。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场景二：市场竞争闭环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751FF"/>
                </a:solidFill>
              </a:rPr>
              <a:t>“优胜劣汰，能者居之”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1. 拒单流转: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私推被拒 3 次，自动或手动推入[公海池]。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2. 意向锁定: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多商家在公池表达[有意向]，先到先得。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3. 正式接款: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商家点击确认，进入倒计时开发阶段。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4. SPU归档: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开发完成，上传 SPU 信息，Admin 库中可见。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场景三：非毛织核价 (标准流)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751FF"/>
                </a:solidFill>
              </a:rPr>
              <a:t>“高效流转，数据互通”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1. 发起申请: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Merchant 提交非毛织核价单 (单SKC)。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2. 外部流转: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Admin [一键导出] Excel 发送给核价师。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3. 结果同步: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Admin [一键导入] 核价师返回的 Excel。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4. 闭环确认: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系统自动更新价格，Merchant 端实时可见。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场景四：毛织核价与复核 (异常流)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751FF"/>
                </a:solidFill>
              </a:rPr>
              <a:t>“争议解决，灵活纠错”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1. 批量核价: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Merchant 提交毛织类 (多SKC) 申请。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2. 价格争议: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Admin 导入结果价格偏低，Merchant 不接受。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3. 申请复核: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Merchant 发起[复核申请]并上传佐证。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4. 二次修正: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Admin 线下确认后，在系统内[手动修正]价格，达成一致。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场景五：大货异常处理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751FF"/>
                </a:solidFill>
              </a:rPr>
              <a:t>“生产变数，从容应对”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</a:rPr>
              <a:t>分支 A：产能不足（砍单）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740"/>
                </a:solidFill>
              </a:rPr>
              <a:t>- Merchant 修改接单数量 (如 1000-&gt;800) 并提交理由。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740"/>
                </a:solidFill>
              </a:rPr>
              <a:t>- Admin 在[大货工单]审核通过，生产继续。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</a:rPr>
              <a:t>分支 B：成本上涨（涨价）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740"/>
                </a:solidFill>
              </a:rPr>
              <a:t>- Merchant 在[业务申请]发起“申请涨价”工单。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740"/>
                </a:solidFill>
              </a:rPr>
              <a:t>- Admin 在[核价工单]审批更新协议价。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740"/>
                </a:solidFill>
              </a:rPr>
              <a:t>- Merchant 确认新价格后生产发货。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场景六：同款同价与尺码异常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751FF"/>
                </a:solidFill>
              </a:rPr>
              <a:t>“绿色通道，后期修正”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1. 极速通道: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Merchant 引用旧款 ID 申请[同款同价]，免去核价流程。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2. 审批秒过: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Admin 快速确认通过。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3. 尺码修正: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做货发现尺码偏差，Merchant 发起[异常工单-修改尺码]。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4. 数据清洗: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Admin 处理异常单，更新系统内的 SKU 尺码数据。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技术亮点与自动化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51FF"/>
                </a:solidFill>
              </a:rPr>
              <a:t>1. 极致性能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63740"/>
                </a:solidFill>
              </a:rPr>
              <a:t>   - 图片前端 Canvas 压缩 (Payload 减少 90%)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63740"/>
                </a:solidFill>
              </a:rPr>
              <a:t>   - 长列表 Label 原生触发 (0 延迟响应)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751FF"/>
                </a:solidFill>
              </a:rPr>
              <a:t>2. 自动化测试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63740"/>
                </a:solidFill>
              </a:rPr>
              <a:t>   - Puppeteer 机器人覆盖全场景 (demo-ui.ts)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363740"/>
                </a:solidFill>
              </a:rPr>
              <a:t>   - 支持一键演示六大流程，无需人工介入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63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谢谢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828925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4A6B3"/>
                </a:solidFill>
              </a:rPr>
              <a:t>Q &amp; A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SCM System V2.0 升级汇报</dc:title>
  <dc:subject>PptxGenJS Presentation</dc:subject>
  <dc:creator>PptxGenJS</dc:creator>
  <cp:lastModifiedBy>PptxGenJS</cp:lastModifiedBy>
  <cp:revision>1</cp:revision>
  <dcterms:created xsi:type="dcterms:W3CDTF">2026-01-30T07:19:17Z</dcterms:created>
  <dcterms:modified xsi:type="dcterms:W3CDTF">2026-01-30T07:19:17Z</dcterms:modified>
</cp:coreProperties>
</file>