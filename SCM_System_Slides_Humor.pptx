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75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6B3"/>
                </a:solidFill>
              </a:rPr>
              <a:t>SCM System V2.0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A6B3"/>
                </a:solidFill>
              </a:rPr>
              <a:t>2026/01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SCM 系统 V2.0 升级大戏：告别“盲盒”供应链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51FF"/>
                </a:solidFill>
              </a:rPr>
              <a:t>阿桃、阿允与她们的自动化“外挂”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A6B3"/>
                </a:solidFill>
              </a:rPr>
              <a:t>汇报人：不想再改 Bug 的技术团队 | 2026年1月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【痛点篇】那些年，我们受过的伤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1. 私推像“写信”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Admin 发单全靠喊，商家接单随缘。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2. 公池是“黑洞”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无人问津的款丢进去就石沉大海。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3. 核价是“玄学”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Excel 飞来飞去，核价师的心意像天气一样难测。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4. 大货是“盲卷”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商家砍量不敢说，涨价全靠磨，入仓数据全是谜。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5. 纠错是“噩梦”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一个尺码填错，全链路鸡飞狗跳。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【解法篇】V2.0 的五大“降魔杵”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1. 精准打击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私推定向指派，改图帮看实时在线，拒绝信息误差。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2. 市场收割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公海池抢单机制，意向锁定锁定先发优势。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3. 数据归位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Excel 一键导/入结果，系统内全流程闭环，不留废纸。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4. 弹性控制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砍量有复核，涨价有审批，变数也在掌控中。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5. 极速修复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740"/>
                </a:solidFill>
              </a:rPr>
              <a:t>同款同价秒批，异常单直接修正，给纠错留条后路。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【工作流】六个剧本带你起飞 (Act 1-3)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1FF"/>
                </a:solidFill>
              </a:rPr>
              <a:t>剧本一：定点投喂 (私推)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阿桃看中一个款 -&gt; 定向投给“米子秋” -&gt; 在线改图帮看 -&gt; 样衣绑定，齐活！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1FF"/>
                </a:solidFill>
              </a:rPr>
              <a:t>剧本二：全城抢亲 (公推)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私推没人要？推入公池！阿允手慢无，意向锁定，接款开始倒计时。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1FF"/>
                </a:solidFill>
              </a:rPr>
              <a:t>剧本三：快准狠 (标准核价)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普通款别磨叽，申请上传 -&gt; 一键导给核价师 -&gt; 结果飞回系统，商家确认，收工。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【工作流】六个剧本带你起飞 (Act 4-6)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1FF"/>
                </a:solidFill>
              </a:rPr>
              <a:t>剧本四：讨价还价 (复杂核价)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毛织款多 SKC？价格太低？商家：我不服！发起复核，Admin 在线修正，最终达成一致。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1FF"/>
                </a:solidFill>
              </a:rPr>
              <a:t>剧本五：补货惊魂 (大货异常)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1000件做不了？改800！成本涨了？申请涨价！Admin 全程监控，确认入仓一键结案。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1FF"/>
                </a:solidFill>
              </a:rPr>
              <a:t>剧本六：复制粘贴 (同款同价)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去年爆款今年再来？同款同价通道秒过，尺码不对？异常工单随改随用。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【科技篇】机器人军团驾到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740"/>
                </a:solidFill>
              </a:rPr>
              <a:t>不仅仅是压缩：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Canvas 图片压缩黑科技，Payload 减少 90%，上传快到像瞬移。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740"/>
                </a:solidFill>
              </a:rPr>
              <a:t>不仅仅是原生：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Label 交互 0 延迟，点击如丝般顺滑。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740"/>
                </a:solidFill>
              </a:rPr>
              <a:t>全自动 Robot：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Puppeteer 全场景自动化，六大方案一键跑完，你负责喝咖啡，它负责展示。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【未来篇】我们的征途是星辰大海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更懂你的 AI：智能风格预测，还没推，我们就知道什么会火。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全链路可视化：每一件样衣在流转时，都会在地图上“跳舞”。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- 真正的柔性：面对突发状况，系统不仅能报警，还能自动给出一套 B 计划。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3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“SCM V2.0，让协同更体面，让加班更少见。”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A6B3"/>
                </a:solidFill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SCM V2.0 升级大戏</dc:title>
  <dc:subject>PptxGenJS Presentation</dc:subject>
  <dc:creator>PptxGenJS</dc:creator>
  <cp:lastModifiedBy>PptxGenJS</cp:lastModifiedBy>
  <cp:revision>1</cp:revision>
  <dcterms:created xsi:type="dcterms:W3CDTF">2026-01-30T07:30:36Z</dcterms:created>
  <dcterms:modified xsi:type="dcterms:W3CDTF">2026-01-30T07:30:36Z</dcterms:modified>
</cp:coreProperties>
</file>